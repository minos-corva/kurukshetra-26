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1 - Job posting input"/>
          <p:cNvSpPr/>
          <p:nvPr/>
        </p:nvSpPr>
        <p:spPr>
          <a:xfrm>
            <a:off x="1097280" y="54864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F1EFE8"/>
          </a:solidFill>
          <a:ln w="9525">
            <a:solidFill>
              <a:srgbClr val="5F5E5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 input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or pasted description</a:t>
            </a:r>
            <a:endParaRPr lang="en-US" sz="1400" dirty="0"/>
          </a:p>
        </p:txBody>
      </p:sp>
      <p:sp>
        <p:nvSpPr>
          <p:cNvPr id="3" name="Arrow 1 to 2"/>
          <p:cNvSpPr/>
          <p:nvPr/>
        </p:nvSpPr>
        <p:spPr>
          <a:xfrm>
            <a:off x="3291840" y="1005840"/>
            <a:ext cx="0" cy="292608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4" name="Step 2 - LLM requirement extraction"/>
          <p:cNvSpPr/>
          <p:nvPr/>
        </p:nvSpPr>
        <p:spPr>
          <a:xfrm>
            <a:off x="1097280" y="1298448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EEEDFE"/>
          </a:solidFill>
          <a:ln w="9525">
            <a:solidFill>
              <a:srgbClr val="534AB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requirement extraction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output, Zod validation</a:t>
            </a:r>
            <a:endParaRPr lang="en-US" sz="1400" dirty="0"/>
          </a:p>
        </p:txBody>
      </p:sp>
      <p:sp>
        <p:nvSpPr>
          <p:cNvPr id="5" name="Arrow 2 to 3"/>
          <p:cNvSpPr/>
          <p:nvPr/>
        </p:nvSpPr>
        <p:spPr>
          <a:xfrm>
            <a:off x="3291840" y="1755648"/>
            <a:ext cx="0" cy="292608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6" name="Step 3 - GitHub ingestion"/>
          <p:cNvSpPr/>
          <p:nvPr/>
        </p:nvSpPr>
        <p:spPr>
          <a:xfrm>
            <a:off x="1097280" y="2048256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 w="9525">
            <a:solidFill>
              <a:srgbClr val="0F6E5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ingestion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Octokit: files and commit metadata</a:t>
            </a:r>
            <a:endParaRPr lang="en-US" sz="1400" dirty="0"/>
          </a:p>
        </p:txBody>
      </p:sp>
      <p:sp>
        <p:nvSpPr>
          <p:cNvPr id="7" name="Arrow 3 to 4"/>
          <p:cNvSpPr/>
          <p:nvPr/>
        </p:nvSpPr>
        <p:spPr>
          <a:xfrm>
            <a:off x="3291840" y="2505456"/>
            <a:ext cx="0" cy="292608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8" name="Step 4 - Code processing"/>
          <p:cNvSpPr/>
          <p:nvPr/>
        </p:nvSpPr>
        <p:spPr>
          <a:xfrm>
            <a:off x="1097280" y="2798064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 w="9525">
            <a:solidFill>
              <a:srgbClr val="0F6E5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processing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files, track line ranges, embed</a:t>
            </a:r>
            <a:endParaRPr lang="en-US" sz="1400" dirty="0"/>
          </a:p>
        </p:txBody>
      </p:sp>
      <p:sp>
        <p:nvSpPr>
          <p:cNvPr id="9" name="Arrow 4 to 5"/>
          <p:cNvSpPr/>
          <p:nvPr/>
        </p:nvSpPr>
        <p:spPr>
          <a:xfrm>
            <a:off x="3291840" y="3255264"/>
            <a:ext cx="0" cy="292608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0" name="Step 5 - Supabase + pgvector"/>
          <p:cNvSpPr/>
          <p:nvPr/>
        </p:nvSpPr>
        <p:spPr>
          <a:xfrm>
            <a:off x="1097280" y="3547872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 w="9525">
            <a:solidFill>
              <a:srgbClr val="0F6E5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pgvector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chunks, embeddings, commit state</a:t>
            </a:r>
            <a:endParaRPr lang="en-US" sz="1400" dirty="0"/>
          </a:p>
        </p:txBody>
      </p:sp>
      <p:sp>
        <p:nvSpPr>
          <p:cNvPr id="11" name="Arrow 5 to 6"/>
          <p:cNvSpPr/>
          <p:nvPr/>
        </p:nvSpPr>
        <p:spPr>
          <a:xfrm>
            <a:off x="3291840" y="4005072"/>
            <a:ext cx="0" cy="292608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2" name="Step 6 - Requirement-based evidence retrieval"/>
          <p:cNvSpPr/>
          <p:nvPr/>
        </p:nvSpPr>
        <p:spPr>
          <a:xfrm>
            <a:off x="1097280" y="429768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 w="9525">
            <a:solidFill>
              <a:srgbClr val="0F6E5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Requirement-based evidence retrieval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per required skill</a:t>
            </a:r>
            <a:endParaRPr lang="en-US" sz="1400" dirty="0"/>
          </a:p>
        </p:txBody>
      </p:sp>
      <p:sp>
        <p:nvSpPr>
          <p:cNvPr id="13" name="Arrow 6 to 7"/>
          <p:cNvSpPr/>
          <p:nvPr/>
        </p:nvSpPr>
        <p:spPr>
          <a:xfrm>
            <a:off x="3291840" y="4754880"/>
            <a:ext cx="0" cy="292608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4" name="Step 7 - LLM assessment engine"/>
          <p:cNvSpPr/>
          <p:nvPr/>
        </p:nvSpPr>
        <p:spPr>
          <a:xfrm>
            <a:off x="1097280" y="5047488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EEEDFE"/>
          </a:solidFill>
          <a:ln w="9525">
            <a:solidFill>
              <a:srgbClr val="534AB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assessment engine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Verdicts, explanations, file + line citations</a:t>
            </a:r>
            <a:endParaRPr lang="en-US" sz="1400" dirty="0"/>
          </a:p>
        </p:txBody>
      </p:sp>
      <p:sp>
        <p:nvSpPr>
          <p:cNvPr id="15" name="Arrow 7 to 8"/>
          <p:cNvSpPr/>
          <p:nvPr/>
        </p:nvSpPr>
        <p:spPr>
          <a:xfrm>
            <a:off x="3291840" y="5504688"/>
            <a:ext cx="0" cy="292608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6" name="Step 8 - Career assessment dashboard"/>
          <p:cNvSpPr/>
          <p:nvPr/>
        </p:nvSpPr>
        <p:spPr>
          <a:xfrm>
            <a:off x="1097280" y="5797296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F1EFE8"/>
          </a:solidFill>
          <a:ln w="9525">
            <a:solidFill>
              <a:srgbClr val="5F5E5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assessment dashboard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evidence links, repo revision</a:t>
            </a:r>
            <a:endParaRPr lang="en-US" sz="1400" dirty="0"/>
          </a:p>
        </p:txBody>
      </p:sp>
      <p:sp>
        <p:nvSpPr>
          <p:cNvPr id="17" name="Background commit poller"/>
          <p:cNvSpPr/>
          <p:nvPr/>
        </p:nvSpPr>
        <p:spPr>
          <a:xfrm>
            <a:off x="7315200" y="3227832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AECE7"/>
          </a:solidFill>
          <a:ln w="9525">
            <a:solidFill>
              <a:srgbClr val="993C1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commit poller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new commits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chunks, rerun, refresh</a:t>
            </a:r>
            <a:endParaRPr lang="en-US" sz="1400" dirty="0"/>
          </a:p>
        </p:txBody>
      </p:sp>
      <p:sp>
        <p:nvSpPr>
          <p:cNvPr id="18" name="Poller to ingestion (vertical)"/>
          <p:cNvSpPr/>
          <p:nvPr/>
        </p:nvSpPr>
        <p:spPr>
          <a:xfrm>
            <a:off x="8961120" y="2276856"/>
            <a:ext cx="0" cy="950976"/>
          </a:xfrm>
          <a:prstGeom prst="line">
            <a:avLst/>
          </a:prstGeom>
          <a:noFill/>
          <a:ln w="15875">
            <a:solidFill>
              <a:srgbClr val="D85A30"/>
            </a:solidFill>
            <a:prstDash val="dash"/>
          </a:ln>
        </p:spPr>
      </p:sp>
      <p:sp>
        <p:nvSpPr>
          <p:cNvPr id="19" name="Poller to ingestion (arrow)"/>
          <p:cNvSpPr/>
          <p:nvPr/>
        </p:nvSpPr>
        <p:spPr>
          <a:xfrm flipH="1">
            <a:off x="5486400" y="2276856"/>
            <a:ext cx="3474720" cy="0"/>
          </a:xfrm>
          <a:prstGeom prst="line">
            <a:avLst/>
          </a:prstGeom>
          <a:noFill/>
          <a:ln w="15875">
            <a:solidFill>
              <a:srgbClr val="D85A30"/>
            </a:solidFill>
            <a:prstDash val="dash"/>
            <a:tailEnd type="triangle"/>
          </a:ln>
        </p:spPr>
      </p:sp>
      <p:sp>
        <p:nvSpPr>
          <p:cNvPr id="20" name="Poller to assessment (vertical)"/>
          <p:cNvSpPr/>
          <p:nvPr/>
        </p:nvSpPr>
        <p:spPr>
          <a:xfrm>
            <a:off x="8961120" y="4325112"/>
            <a:ext cx="0" cy="950976"/>
          </a:xfrm>
          <a:prstGeom prst="line">
            <a:avLst/>
          </a:prstGeom>
          <a:noFill/>
          <a:ln w="15875">
            <a:solidFill>
              <a:srgbClr val="D85A30"/>
            </a:solidFill>
            <a:prstDash val="dash"/>
          </a:ln>
        </p:spPr>
      </p:sp>
      <p:sp>
        <p:nvSpPr>
          <p:cNvPr id="21" name="Poller to assessment (arrow)"/>
          <p:cNvSpPr/>
          <p:nvPr/>
        </p:nvSpPr>
        <p:spPr>
          <a:xfrm flipH="1">
            <a:off x="5486400" y="5276088"/>
            <a:ext cx="3474720" cy="0"/>
          </a:xfrm>
          <a:prstGeom prst="line">
            <a:avLst/>
          </a:prstGeom>
          <a:noFill/>
          <a:ln w="15875">
            <a:solidFill>
              <a:srgbClr val="D85A30"/>
            </a:solidFill>
            <a:prstDash val="dash"/>
            <a:tailEnd type="triangle"/>
          </a:ln>
        </p:spPr>
      </p:sp>
      <p:sp>
        <p:nvSpPr>
          <p:cNvPr id="22" name="Label ingest"/>
          <p:cNvSpPr txBox="1"/>
          <p:nvPr/>
        </p:nvSpPr>
        <p:spPr>
          <a:xfrm>
            <a:off x="5669280" y="1984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re-ingest changed files</a:t>
            </a:r>
            <a:endParaRPr lang="en-US" sz="1100" dirty="0"/>
          </a:p>
        </p:txBody>
      </p:sp>
      <p:sp>
        <p:nvSpPr>
          <p:cNvPr id="23" name="Label assess"/>
          <p:cNvSpPr txBox="1"/>
          <p:nvPr/>
        </p:nvSpPr>
        <p:spPr>
          <a:xfrm>
            <a:off x="5669280" y="4983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assessment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skill assessment pipeline</dc:title>
  <dc:subject>PptxGenJS Presentation</dc:subject>
  <dc:creator>PptxGenJS</dc:creator>
  <cp:lastModifiedBy>PptxGenJS</cp:lastModifiedBy>
  <cp:revision>1</cp:revision>
  <dcterms:created xsi:type="dcterms:W3CDTF">2026-10-17T02:01:32Z</dcterms:created>
  <dcterms:modified xsi:type="dcterms:W3CDTF">2026-10-17T02:01:32Z</dcterms:modified>
</cp:coreProperties>
</file>